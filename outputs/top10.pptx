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경매취하 솔루션 제안 [2024타경1001]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목적물: 서울시 예시구 예시동 예시아파트</a:t>
            </a:r>
          </a:p>
          <a:p/>
          <a:p>
            <a:r>
              <a:t>■ 자금 및 가치 현황</a:t>
            </a:r>
          </a:p>
          <a:p>
            <a:pPr lvl="1"/>
            <a:r>
              <a:t>감정가: 10억 원 / 예상가: 9억 원</a:t>
            </a:r>
          </a:p>
          <a:p>
            <a:pPr lvl="1"/>
            <a:r>
              <a:t>부채총액(청구액 등): 6억 원</a:t>
            </a:r>
          </a:p>
          <a:p>
            <a:r>
              <a:t>■ 권리 분석 서머리</a:t>
            </a:r>
          </a:p>
          <a:p>
            <a:pPr lvl="1"/>
            <a:r>
              <a:t> </a:t>
            </a:r>
          </a:p>
          <a:p>
            <a:r>
              <a:t>■ 종합 제안 (소유주/채권자 설득 전략)</a:t>
            </a:r>
          </a:p>
          <a:p>
            <a:pPr lvl="1"/>
            <a:r>
              <a:t>최종 의견:</a:t>
            </a:r>
          </a:p>
          <a:p>
            <a:pPr lvl="1"/>
            <a:r>
              <a:t>- 이 물건은 일부 권리 이슈가 있지만, 현실적인 협의안과 자금 구조를 함께 설명하면 소유주도 충분히 검토할 수 있는 수준입니다. 특히 예상 낙찰가가 부채 대비 1.5배 수준으로, 정리 가능성이 있는 구조로 보여 현재 방식으로 접근해볼 만합니다.</a:t>
            </a:r>
          </a:p>
          <a:p>
            <a:pPr lvl="1"/>
            <a:r>
              <a:t>- 방문은 시도할 가치가 있지만, 사전 연락과 권리사항 설명이 우선입니다.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회사 로고 입력란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경매취하 솔루션 제안 [2024타경1002]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목적물: 경기도 예시시 예시동 테스트아파트</a:t>
            </a:r>
          </a:p>
          <a:p/>
          <a:p>
            <a:r>
              <a:t>■ 자금 및 가치 현황</a:t>
            </a:r>
          </a:p>
          <a:p>
            <a:pPr lvl="1"/>
            <a:r>
              <a:t>감정가: 30억 원 / 예상가: 27억 원</a:t>
            </a:r>
          </a:p>
          <a:p>
            <a:pPr lvl="1"/>
            <a:r>
              <a:t>부채총액(청구액 등): 26억 원</a:t>
            </a:r>
          </a:p>
          <a:p>
            <a:r>
              <a:t>■ 권리 분석 서머리</a:t>
            </a:r>
          </a:p>
          <a:p>
            <a:pPr lvl="1"/>
            <a:r>
              <a:t> </a:t>
            </a:r>
          </a:p>
          <a:p>
            <a:r>
              <a:t>■ 종합 제안 (소유주/채권자 설득 전략)</a:t>
            </a:r>
          </a:p>
          <a:p>
            <a:pPr lvl="1"/>
            <a:r>
              <a:t>최종 의견:</a:t>
            </a:r>
          </a:p>
          <a:p>
            <a:pPr lvl="1"/>
            <a:r>
              <a:t>- 이 물건은 추가 확인이 필요한 부분이 있어, 소유주와의 협의 전에 권리와 자금 구조를 먼저 정리하는 방식이 더 안전합니다. 다만 예상 낙찰가와 부채 규모를 함께 설명해 현실적인 협의안으로 접근하는 것이 중요합니다.</a:t>
            </a:r>
          </a:p>
          <a:p>
            <a:pPr lvl="1"/>
            <a:r>
              <a:t>- 방문 전 추가 자료와 권리 확인이 먼저 필요합니다.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회사 로고 입력란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